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4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 autoAdjust="0"/>
  </p:normalViewPr>
  <p:slideViewPr>
    <p:cSldViewPr snapToGrid="0">
      <p:cViewPr varScale="1">
        <p:scale>
          <a:sx n="90" d="100"/>
          <a:sy n="90" d="100"/>
        </p:scale>
        <p:origin x="87" y="78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sz="6600" dirty="0">
                <a:solidFill>
                  <a:srgbClr val="00B050"/>
                </a:solidFill>
              </a:rPr>
              <a:t>TASK NEST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84" y="4616487"/>
            <a:ext cx="3982414" cy="946818"/>
          </a:xfrm>
        </p:spPr>
        <p:txBody>
          <a:bodyPr>
            <a:normAutofit fontScale="92500"/>
          </a:bodyPr>
          <a:lstStyle/>
          <a:p>
            <a:pPr lvl="0"/>
            <a:r>
              <a:rPr lang="en-US" i="1" dirty="0">
                <a:solidFill>
                  <a:srgbClr val="00B050"/>
                </a:solidFill>
              </a:rPr>
              <a:t>A structured planner that organizes tasks, prioritizes deadlines, and helps you manage your time effectively.</a:t>
            </a:r>
            <a:endParaRPr lang="en-US" i="1" noProof="0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47515-8CEE-152A-AD8A-A47086D60FC0}"/>
              </a:ext>
            </a:extLst>
          </p:cNvPr>
          <p:cNvSpPr txBox="1"/>
          <p:nvPr/>
        </p:nvSpPr>
        <p:spPr>
          <a:xfrm>
            <a:off x="1117748" y="3876971"/>
            <a:ext cx="1678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noProof="0" dirty="0">
                <a:solidFill>
                  <a:srgbClr val="00B050"/>
                </a:solidFill>
              </a:rPr>
              <a:t>Gelsi Romero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779883-E538-60E8-B83D-38C6139E8E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673" y="1237828"/>
            <a:ext cx="5685241" cy="41209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2e6f93-2b47-4d1b-910d-50d20b0d6ac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2BF25B07AB5D479C4AD9EB2447D3B4" ma:contentTypeVersion="9" ma:contentTypeDescription="Create a new document." ma:contentTypeScope="" ma:versionID="a5aac5b9f048d026d24594df1f778f59">
  <xsd:schema xmlns:xsd="http://www.w3.org/2001/XMLSchema" xmlns:xs="http://www.w3.org/2001/XMLSchema" xmlns:p="http://schemas.microsoft.com/office/2006/metadata/properties" xmlns:ns3="4f2e6f93-2b47-4d1b-910d-50d20b0d6acf" xmlns:ns4="0461a7d4-3d5a-4493-bc22-213a0c2d7c26" targetNamespace="http://schemas.microsoft.com/office/2006/metadata/properties" ma:root="true" ma:fieldsID="c87c80a8a49d1ae82a443a0c40597b3d" ns3:_="" ns4:_="">
    <xsd:import namespace="4f2e6f93-2b47-4d1b-910d-50d20b0d6acf"/>
    <xsd:import namespace="0461a7d4-3d5a-4493-bc22-213a0c2d7c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2e6f93-2b47-4d1b-910d-50d20b0d6a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1a7d4-3d5a-4493-bc22-213a0c2d7c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0461a7d4-3d5a-4493-bc22-213a0c2d7c26"/>
    <ds:schemaRef ds:uri="4f2e6f93-2b47-4d1b-910d-50d20b0d6acf"/>
  </ds:schemaRefs>
</ds:datastoreItem>
</file>

<file path=customXml/itemProps3.xml><?xml version="1.0" encoding="utf-8"?>
<ds:datastoreItem xmlns:ds="http://schemas.openxmlformats.org/officeDocument/2006/customXml" ds:itemID="{9D25A71F-B941-4BA1-82E8-973EFCD702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2e6f93-2b47-4d1b-910d-50d20b0d6acf"/>
    <ds:schemaRef ds:uri="0461a7d4-3d5a-4493-bc22-213a0c2d7c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{56C910E8-AE7B-4EEF-A4EE-EF7F28E35B08}TF4e23ad37-c1a6-42e6-a6ec-6518d97eca9ec3cad5d6_win32-e4fb00466b0d</Template>
  <TotalTime>26</TotalTime>
  <Words>23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Century Gothic</vt:lpstr>
      <vt:lpstr>Wingdings 2</vt:lpstr>
      <vt:lpstr>Quotable</vt:lpstr>
      <vt:lpstr>TASK NEST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Gelsi Romero Vasquez</dc:creator>
  <cp:lastModifiedBy>Gelsi Romero Vasquez</cp:lastModifiedBy>
  <cp:revision>2</cp:revision>
  <dcterms:created xsi:type="dcterms:W3CDTF">2026-05-02T01:40:57Z</dcterms:created>
  <dcterms:modified xsi:type="dcterms:W3CDTF">2026-05-02T02:15:48Z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0x0101000A2BF25B07AB5D479C4AD9EB2447D3B4</vt:lpwstr>
  </property>
</Properties>
</file>